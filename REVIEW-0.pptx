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69" r:id="rId4"/>
    <p:sldId id="268" r:id="rId5"/>
    <p:sldId id="273" r:id="rId6"/>
    <p:sldId id="272" r:id="rId7"/>
    <p:sldId id="271" r:id="rId8"/>
    <p:sldId id="270" r:id="rId9"/>
    <p:sldId id="27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2DCF5-4A3F-4F5D-89AD-54E586BE4351}" v="9" dt="2024-09-16T16:39:43.56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esh-219/hopsitalfind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jrpr.com/uploads/V4ISSUE4/IJRPR11857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rmus.ac.in/view/governance/naac/1.3.4/Supporting%20Documents/MCA/ANISHA%20SHARMA%20%5B20IT103022%5D.pdf" TargetMode="External"/><Relationship Id="rId5" Type="http://schemas.openxmlformats.org/officeDocument/2006/relationships/hyperlink" Target="https://www.academia.edu/36350507/ANDROID_BASED_HOSPITAL_FINDER_APPLICATION_USING_GLOBAL_POSITIONING_SYSTEM_GPS" TargetMode="External"/><Relationship Id="rId4" Type="http://schemas.openxmlformats.org/officeDocument/2006/relationships/hyperlink" Target="https://www.researchgate.net/publication/333250345_Hospital_Real-Time_Location_System_A_Practical_Approach_in_Healthcare_A_Narrative_Review_Articl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Hospital Finder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1809136"/>
            <a:ext cx="3970500" cy="40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 CBD-10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43408842"/>
              </p:ext>
            </p:extLst>
          </p:nvPr>
        </p:nvGraphicFramePr>
        <p:xfrm>
          <a:off x="294969" y="2214713"/>
          <a:ext cx="5801032" cy="1095104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41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9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564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5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SRINIVAS T</a:t>
            </a:r>
            <a:r>
              <a:rPr lang="en-GB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  <a:endParaRPr lang="en-GB" sz="17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334089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PIP2001 Capstone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Review-0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PRAVINTHRAJA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NG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/ Dr. Abdul Khadar A / Mr. Md Ziaur Rahman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F31074-8099-F97B-B6AB-AC2C3434A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773534"/>
              </p:ext>
            </p:extLst>
          </p:nvPr>
        </p:nvGraphicFramePr>
        <p:xfrm>
          <a:off x="197505" y="2229057"/>
          <a:ext cx="6027270" cy="1562100"/>
        </p:xfrm>
        <a:graphic>
          <a:graphicData uri="http://schemas.openxmlformats.org/drawingml/2006/table">
            <a:tbl>
              <a:tblPr firstRow="1" bandRow="1"/>
              <a:tblGrid>
                <a:gridCol w="3013635">
                  <a:extLst>
                    <a:ext uri="{9D8B030D-6E8A-4147-A177-3AD203B41FA5}">
                      <a16:colId xmlns:a16="http://schemas.microsoft.com/office/drawing/2014/main" val="3333458948"/>
                    </a:ext>
                  </a:extLst>
                </a:gridCol>
                <a:gridCol w="3013635">
                  <a:extLst>
                    <a:ext uri="{9D8B030D-6E8A-4147-A177-3AD203B41FA5}">
                      <a16:colId xmlns:a16="http://schemas.microsoft.com/office/drawing/2014/main" val="132244171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2194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b="1" dirty="0"/>
                        <a:t>20211CBD0059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MAHESH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992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b="1" dirty="0"/>
                        <a:t>20211CBD0018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VADDE VINOD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00070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b="1" dirty="0"/>
                        <a:t>20211CBD0010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MAHAMMAD AJAR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6345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b="1" dirty="0"/>
                        <a:t>20211CBD0051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MAHAMMAD THOUHEED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3139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PSCS211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IN" sz="2900" dirty="0">
                <a:latin typeface="Cambria" panose="02040503050406030204" pitchFamily="18" charset="0"/>
                <a:ea typeface="Cambria" panose="02040503050406030204" pitchFamily="18" charset="0"/>
              </a:rPr>
              <a:t>CDK Global(India) Pvt Ltd</a:t>
            </a:r>
            <a:endParaRPr lang="en-US" sz="2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pPr marL="342900" lvl="0" indent="-19050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dirty="0"/>
              <a:t> 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the state of mind that a common person is in during a medical emergency, it becomes difficult to take calculated decisions such as which hospital to rush to. This lapse of decision could mean the difference between life or death for a loved one. Additionally, there are several aspects to consider such as availability of the required medical facilities, medicines, blood group and specialists to provide the patient with a maximum chance of survival in those crucial moments. Our app aims to be the solution, giving the user all the necessary information during a medical emergency taking into account their location and requirements and providing the best-suited hospital in that hour of need.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900" dirty="0">
                <a:latin typeface="Cambria" panose="02040503050406030204" pitchFamily="18" charset="0"/>
                <a:ea typeface="Cambria" panose="02040503050406030204" pitchFamily="18" charset="0"/>
              </a:rPr>
              <a:t>Difficulty Level: Simple</a:t>
            </a:r>
            <a:endParaRPr sz="2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89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https://github.com/Mahesh-219/hopsitalfinder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Frontend: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Mobile App: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React Native, Flutter, or Android (Kotlin)/iOS (Swift)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Backend: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Server-Side Framework: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Node.js (Express), Django, or Flask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MySQL, PostgreSQL, or MongoDB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Api’s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Google Maps API (for location services)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Hospital information APIs or manually entered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SMS or email notification services (Twilio, SendGrid)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dirty="0"/>
              <a:t>Android Studio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dirty="0"/>
              <a:t>HTML &amp; HTML5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dirty="0"/>
              <a:t>CSS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dirty="0"/>
              <a:t>Google Maps API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IN" dirty="0"/>
              <a:t>Node.js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Location-Based Challenges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Complexity of Hospital Selection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Medical Facilities</a:t>
            </a: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Medicines</a:t>
            </a: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Blood Group</a:t>
            </a: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Specialists</a:t>
            </a:r>
            <a:endParaRPr lang="en-IN" sz="1400" dirty="0"/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itchFamily="18" charset="0"/>
                <a:ea typeface="Cambria" pitchFamily="18" charset="0"/>
              </a:rPr>
              <a:t>Storage and Transmission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itchFamily="18" charset="0"/>
                <a:ea typeface="Cambria" pitchFamily="18" charset="0"/>
              </a:rPr>
              <a:t>Performance Overhead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itchFamily="18" charset="0"/>
                <a:ea typeface="Cambria" pitchFamily="18" charset="0"/>
              </a:rPr>
              <a:t>Feature Preservation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Timeline of the Project (Gantt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AA04D-3F06-B91B-D304-D032746AE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7" y="1865210"/>
            <a:ext cx="9582150" cy="332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4FA12-8ADE-DBC8-B1CA-5A1718DABE35}"/>
              </a:ext>
            </a:extLst>
          </p:cNvPr>
          <p:cNvSpPr txBox="1"/>
          <p:nvPr/>
        </p:nvSpPr>
        <p:spPr>
          <a:xfrm>
            <a:off x="1524000" y="2320413"/>
            <a:ext cx="2998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Final Report and Presentation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C9599-0A7F-064F-AF3D-9B7BF7619756}"/>
              </a:ext>
            </a:extLst>
          </p:cNvPr>
          <p:cNvSpPr txBox="1"/>
          <p:nvPr/>
        </p:nvSpPr>
        <p:spPr>
          <a:xfrm>
            <a:off x="2104103" y="3068000"/>
            <a:ext cx="2910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Testing and Refinement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A9E04-C7C3-570C-9F71-DFDF567CB9C2}"/>
              </a:ext>
            </a:extLst>
          </p:cNvPr>
          <p:cNvSpPr txBox="1"/>
          <p:nvPr/>
        </p:nvSpPr>
        <p:spPr>
          <a:xfrm>
            <a:off x="580103" y="3823834"/>
            <a:ext cx="405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Development of App(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Frontend&amp;Backend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16CD1-9052-2142-A147-AD209D15485F}"/>
              </a:ext>
            </a:extLst>
          </p:cNvPr>
          <p:cNvSpPr txBox="1"/>
          <p:nvPr/>
        </p:nvSpPr>
        <p:spPr>
          <a:xfrm>
            <a:off x="2189829" y="4607180"/>
            <a:ext cx="321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Research and Analysis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39AA-CF62-6ECD-FF29-F3232CE8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 (Gantt Chart)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6B449-E310-8E4F-B5FF-2DEBACEFC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Research and Analysis: September 2024 -October 2024 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Development of App(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Frontend&amp;Backend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):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October 2024 - November 2024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Testing and Refinement: November 2024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Final Report and Presentation: December 2024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( it will take around 3 to 4 months)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01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1 . </a:t>
            </a:r>
            <a:r>
              <a:rPr lang="en-US" sz="1200" dirty="0"/>
              <a:t>International Journal of Research Publication and Reviews, Vol 4, no 4, pp 3344-3346, April 2023, </a:t>
            </a:r>
            <a:r>
              <a:rPr lang="en-US" sz="1200" dirty="0">
                <a:hlinkClick r:id="rId3"/>
              </a:rPr>
              <a:t>https://ijrpr.com/uploads/V4ISSUE4/IJRPR11857.pdf</a:t>
            </a:r>
            <a:endParaRPr lang="en-US" sz="1200" dirty="0"/>
          </a:p>
          <a:p>
            <a:pPr marL="152400" indent="0">
              <a:spcBef>
                <a:spcPts val="0"/>
              </a:spcBef>
              <a:buNone/>
            </a:pPr>
            <a:endParaRPr lang="en-US" sz="1200" dirty="0"/>
          </a:p>
          <a:p>
            <a:pPr marL="152400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https://www.researchgate.net/publication/333250345_Hospital_Real-Time_Location_System_A_Practical_Approach_in_Healthcare_A_Narrative_Review_Article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https://www.academia.edu/36350507/ANDROID_BASED_HOSPITAL_FINDER_APPLICATION_USING_GLOBAL_POSITIONING_SYSTEM_GPS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https://srmus.ac.in/view/governance/naac/1.3.4/Supporting%20Documents/MCA/ANISHA%20SHARMA%20%5B20IT103022%5D.pdf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636</Words>
  <Application>Microsoft Office PowerPoint</Application>
  <PresentationFormat>Widescreen</PresentationFormat>
  <Paragraphs>98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</vt:lpstr>
      <vt:lpstr>Courier New</vt:lpstr>
      <vt:lpstr>Verdana</vt:lpstr>
      <vt:lpstr>Wingdings</vt:lpstr>
      <vt:lpstr>Bioinformatics</vt:lpstr>
      <vt:lpstr>Hospital Finder</vt:lpstr>
      <vt:lpstr>Content</vt:lpstr>
      <vt:lpstr>Problem Statement Number: PSCS211</vt:lpstr>
      <vt:lpstr>Github Link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Vadde Vinod</cp:lastModifiedBy>
  <cp:revision>72</cp:revision>
  <dcterms:modified xsi:type="dcterms:W3CDTF">2025-01-08T13:19:58Z</dcterms:modified>
</cp:coreProperties>
</file>